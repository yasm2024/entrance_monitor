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08EE"/>
    <a:srgbClr val="100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81AE9-B747-6CD4-3A91-C719C82B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0EDB42-BD13-F377-58A0-244866FD1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F235A5-B031-0596-339A-806068F4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91F0FD-2DB5-B9AC-6181-00CFA8CA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871274-2C20-6047-8E3B-8CBBD5F4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16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345968-2623-1BC6-20B1-8EBFA9B9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4B1198-D28B-409B-1CBC-33E1FE19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79A03E-BF01-A8F7-6253-C79F637A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E94B2-19A1-28A9-9F6C-CDCF49E8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AE4AD5-326E-3994-56A4-6B81D3B9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920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237449-0C1D-6333-DE8E-A392C27EB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D4E1A6-70C3-56D5-AF37-44D283612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C6F0EB-E0B0-39B7-5DBA-096B3F7D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97D724-BDF8-D9E9-894C-73E49AE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FDB459-6E74-3F16-7F7C-F972AB43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57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19470B-0B1B-86AD-1D0C-6782174A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BA1E80-06C1-4D86-CD1D-BA00C94ED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04E722-33C9-6ADF-2BFC-9A4F80235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A79790-1006-9E0D-C1D6-29704BC4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FF5481-3354-7A7A-9BA8-F1549EC0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93F5F3-D01C-779E-B0CB-07E3FB8C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05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FA29B3-ABA1-805D-EBBD-A3D5A8EA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ADFF9C-162B-3B69-3DD6-22CCE556E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FDFEB5-0EC1-243B-BE4F-2058906CC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52FAE0-BDF5-8A83-FD2D-BFA45F5B0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0675A44-CE14-67CD-C754-6A0E58D7D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2E9BC5-6933-4D71-7A51-08304846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78CB68-6D3B-828F-77D8-076D136B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324AD4A-2B04-13A0-1C05-36E2CFFA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38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44FC8-208E-D2D7-AAFE-D11584A9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44DF25-0215-5BE6-6727-E0B4DBB65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D6FB0A-BB8A-5BDE-F909-2B3E4E811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8B8D4D-507F-BA98-573C-6867E8B92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729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7EBA4D-DC55-1690-E85F-9A962BC2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15B839-46D2-DFA4-33CE-A6333522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F35EE3-A30A-A38A-182D-AE65BB57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23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E6445-6DF0-4E0E-CE38-2D5A51A7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E58B17-F556-39C5-6FB9-BF3018507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2F6F5C-A1A4-E516-526F-B3A6E3842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D14788-04C0-525A-AE77-A13C0305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218848-6D40-DB11-7821-9E9F7A3F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F76089-27C3-533F-6AB1-A5D2A766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517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4A25A-9EA6-279D-CDD1-32989FD63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2FD42A-1EA2-54DC-41C4-266D317B5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2DF989-272D-46C5-20A5-725B04657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B7CA7F-34DC-ECD5-4A5B-2BF60FF3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F84E79-0037-7B8F-C9F5-4E912DEA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DCA762-E38A-DA84-25AE-34D656F2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76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66E2F-9446-146A-E529-B8C8C604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A00653-563D-1781-555B-03D8E0A7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40F325-0CD9-7FD7-9102-F1AB7B8C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1384A1-FD73-DB35-F9BA-EA40689F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E2CBC9-5D57-0D6B-6D7D-A4CD2E19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64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9DEAE3-B3AF-D0EB-C9E5-791B334D4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F8DE3F-E843-B380-5B0A-3A690070B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AEF432-BD3A-F4D6-42FF-9A370AA1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6F536-5822-E349-AA6C-46EC5B61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B310BE-9604-D028-785A-0FD90A6B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17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12181D-E068-6ED6-8475-3E44D9E06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53B3BA-1032-D8D3-9A06-2CD2AB40C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E916B5-9890-8EE5-A290-76F2D683B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01E4F-7F93-4694-85C8-70C834E81166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3FE356-8A19-1DE7-AD21-BE70A1727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07E76A-C98D-BDDD-1521-1FEA6ECC6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A2F76-9604-4D3A-96F5-8A3431A84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30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4C80DA6-EEA5-7FA0-2D2B-E0F5F93B8AA1}"/>
              </a:ext>
            </a:extLst>
          </p:cNvPr>
          <p:cNvSpPr/>
          <p:nvPr/>
        </p:nvSpPr>
        <p:spPr>
          <a:xfrm>
            <a:off x="1710789" y="1634060"/>
            <a:ext cx="1172817" cy="864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IDLE</a:t>
            </a:r>
          </a:p>
          <a:p>
            <a:pPr algn="ctr"/>
            <a:r>
              <a:rPr lang="ja-JP" altLang="en-US" sz="1400" b="1" dirty="0"/>
              <a:t>（待機中）</a:t>
            </a:r>
            <a:endParaRPr kumimoji="1" lang="ja-JP" altLang="en-US" sz="1400" b="1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098B94F-CA32-1A64-7108-51011E78C80A}"/>
              </a:ext>
            </a:extLst>
          </p:cNvPr>
          <p:cNvSpPr/>
          <p:nvPr/>
        </p:nvSpPr>
        <p:spPr>
          <a:xfrm>
            <a:off x="3875723" y="1634060"/>
            <a:ext cx="1517375" cy="864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OPEN</a:t>
            </a:r>
          </a:p>
          <a:p>
            <a:pPr algn="ctr"/>
            <a:r>
              <a:rPr lang="ja-JP" altLang="en-US" sz="1400" b="1" dirty="0"/>
              <a:t>（ドア開放中）</a:t>
            </a:r>
            <a:endParaRPr kumimoji="1" lang="ja-JP" altLang="en-US" sz="1400" b="1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6E03E54-98B4-398A-6B8D-2A2F0ADEB9E7}"/>
              </a:ext>
            </a:extLst>
          </p:cNvPr>
          <p:cNvSpPr/>
          <p:nvPr/>
        </p:nvSpPr>
        <p:spPr>
          <a:xfrm>
            <a:off x="6399129" y="1634060"/>
            <a:ext cx="1517375" cy="864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PENDING</a:t>
            </a:r>
          </a:p>
          <a:p>
            <a:pPr algn="ctr"/>
            <a:r>
              <a:rPr lang="ja-JP" altLang="en-US" sz="1400" b="1" dirty="0"/>
              <a:t>（認証待ち）</a:t>
            </a:r>
            <a:endParaRPr kumimoji="1" lang="ja-JP" altLang="en-US" sz="1400" b="1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0F17F83-296A-795D-98E5-7238752BFA14}"/>
              </a:ext>
            </a:extLst>
          </p:cNvPr>
          <p:cNvSpPr/>
          <p:nvPr/>
        </p:nvSpPr>
        <p:spPr>
          <a:xfrm>
            <a:off x="4184878" y="5094466"/>
            <a:ext cx="2214251" cy="864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EXIT</a:t>
            </a:r>
          </a:p>
          <a:p>
            <a:pPr algn="ctr"/>
            <a:r>
              <a:rPr lang="ja-JP" altLang="en-US" sz="1400" b="1" dirty="0"/>
              <a:t>（退出中）</a:t>
            </a:r>
            <a:endParaRPr kumimoji="1" lang="ja-JP" altLang="en-US" sz="1400" b="1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46C458E-5D9F-1D78-F969-3CEC3584B6E9}"/>
              </a:ext>
            </a:extLst>
          </p:cNvPr>
          <p:cNvSpPr/>
          <p:nvPr/>
        </p:nvSpPr>
        <p:spPr>
          <a:xfrm>
            <a:off x="9040101" y="1634060"/>
            <a:ext cx="1517375" cy="864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ALARM</a:t>
            </a:r>
          </a:p>
          <a:p>
            <a:pPr algn="ctr"/>
            <a:r>
              <a:rPr lang="ja-JP" altLang="en-US" sz="1400" b="1" dirty="0"/>
              <a:t>（異常）</a:t>
            </a:r>
            <a:endParaRPr kumimoji="1" lang="ja-JP" altLang="en-US" sz="1400" b="1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D8847AE-DB98-3DAA-BC07-D7466DE7A4B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883606" y="2066060"/>
            <a:ext cx="992117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C2BFD5D-EB16-EBD7-AE69-74086DE004B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393098" y="2066060"/>
            <a:ext cx="100603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6DA2235-8535-93D6-0F4A-06E42315F0EB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7916504" y="2066060"/>
            <a:ext cx="1123597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5972052-AA05-3222-3415-23A0E5D890F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157817" y="2498060"/>
            <a:ext cx="0" cy="9309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D75D50D-925D-AD9F-2138-4C6261022A97}"/>
              </a:ext>
            </a:extLst>
          </p:cNvPr>
          <p:cNvCxnSpPr>
            <a:cxnSpLocks/>
          </p:cNvCxnSpPr>
          <p:nvPr/>
        </p:nvCxnSpPr>
        <p:spPr>
          <a:xfrm>
            <a:off x="5878430" y="4293000"/>
            <a:ext cx="0" cy="7954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33ACED3C-A9D8-322C-7BDE-894B8CBD5E0F}"/>
              </a:ext>
            </a:extLst>
          </p:cNvPr>
          <p:cNvCxnSpPr>
            <a:cxnSpLocks/>
            <a:stCxn id="8" idx="1"/>
            <a:endCxn id="4" idx="2"/>
          </p:cNvCxnSpPr>
          <p:nvPr/>
        </p:nvCxnSpPr>
        <p:spPr>
          <a:xfrm rot="10800000">
            <a:off x="2297198" y="2498060"/>
            <a:ext cx="1887680" cy="3028406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316732D4-2B74-B512-4E75-13F722708993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8176177" y="2238388"/>
            <a:ext cx="1362940" cy="1882284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87DF618-D3C1-FD42-9400-312D09193DCE}"/>
              </a:ext>
            </a:extLst>
          </p:cNvPr>
          <p:cNvSpPr/>
          <p:nvPr/>
        </p:nvSpPr>
        <p:spPr>
          <a:xfrm>
            <a:off x="5393099" y="3429000"/>
            <a:ext cx="2523406" cy="864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ENTRY</a:t>
            </a:r>
          </a:p>
          <a:p>
            <a:pPr algn="ctr"/>
            <a:r>
              <a:rPr lang="ja-JP" altLang="en-US" sz="1400" b="1" dirty="0"/>
              <a:t>（在室中）</a:t>
            </a:r>
            <a:endParaRPr kumimoji="1" lang="ja-JP" altLang="en-US" sz="1400" b="1" dirty="0"/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C4FC9C7D-F7D7-612F-EFD2-02532933DED8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 rot="16200000" flipH="1">
            <a:off x="4332285" y="2800186"/>
            <a:ext cx="1362940" cy="75868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1AC5CB39-E370-B40C-6752-4266C8E73CCA}"/>
              </a:ext>
            </a:extLst>
          </p:cNvPr>
          <p:cNvSpPr txBox="1"/>
          <p:nvPr/>
        </p:nvSpPr>
        <p:spPr>
          <a:xfrm>
            <a:off x="2855550" y="1812144"/>
            <a:ext cx="10438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rgbClr val="2908EE"/>
                </a:solidFill>
              </a:rPr>
              <a:t>DOOR_OPEN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B6BFF772-212D-D089-B33E-06E637635ACB}"/>
              </a:ext>
            </a:extLst>
          </p:cNvPr>
          <p:cNvSpPr txBox="1"/>
          <p:nvPr/>
        </p:nvSpPr>
        <p:spPr>
          <a:xfrm>
            <a:off x="2696853" y="5223940"/>
            <a:ext cx="1202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rgbClr val="2908EE"/>
                </a:solidFill>
              </a:rPr>
              <a:t>TIMEOUT_EXIT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234DC0F-19BA-FBAF-8D91-39F9DF68E9BE}"/>
              </a:ext>
            </a:extLst>
          </p:cNvPr>
          <p:cNvSpPr txBox="1"/>
          <p:nvPr/>
        </p:nvSpPr>
        <p:spPr>
          <a:xfrm>
            <a:off x="3918496" y="3235102"/>
            <a:ext cx="7777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solidFill>
                  <a:srgbClr val="2908EE"/>
                </a:solidFill>
              </a:rPr>
              <a:t>RFID_OK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6B239EAE-7701-A6BE-0B89-0CD56D4FB670}"/>
              </a:ext>
            </a:extLst>
          </p:cNvPr>
          <p:cNvSpPr txBox="1"/>
          <p:nvPr/>
        </p:nvSpPr>
        <p:spPr>
          <a:xfrm>
            <a:off x="5334718" y="1598518"/>
            <a:ext cx="12666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solidFill>
                  <a:srgbClr val="2908EE"/>
                </a:solidFill>
              </a:rPr>
              <a:t>PIR_DETECT</a:t>
            </a:r>
          </a:p>
          <a:p>
            <a:r>
              <a:rPr lang="en-US" altLang="ja-JP" sz="1050" b="1" dirty="0">
                <a:solidFill>
                  <a:srgbClr val="2908EE"/>
                </a:solidFill>
              </a:rPr>
              <a:t> | TIMEOUT_30S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D4DC7F1-0809-ED81-27D8-5F240DBD587B}"/>
              </a:ext>
            </a:extLst>
          </p:cNvPr>
          <p:cNvSpPr txBox="1"/>
          <p:nvPr/>
        </p:nvSpPr>
        <p:spPr>
          <a:xfrm>
            <a:off x="4666239" y="4563775"/>
            <a:ext cx="12121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solidFill>
                  <a:srgbClr val="2908EE"/>
                </a:solidFill>
              </a:rPr>
              <a:t>EXIT_REQUEST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8CB874F9-EAFC-6BE8-3DDE-C33218DB35D6}"/>
              </a:ext>
            </a:extLst>
          </p:cNvPr>
          <p:cNvSpPr txBox="1"/>
          <p:nvPr/>
        </p:nvSpPr>
        <p:spPr>
          <a:xfrm>
            <a:off x="7910679" y="1806267"/>
            <a:ext cx="11352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solidFill>
                  <a:srgbClr val="2908EE"/>
                </a:solidFill>
              </a:rPr>
              <a:t>TIMEOUT_30S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AE09CE0D-FDF9-AAA0-1C3E-97A145ECF2DB}"/>
              </a:ext>
            </a:extLst>
          </p:cNvPr>
          <p:cNvSpPr txBox="1"/>
          <p:nvPr/>
        </p:nvSpPr>
        <p:spPr>
          <a:xfrm>
            <a:off x="6399129" y="2925614"/>
            <a:ext cx="7777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solidFill>
                  <a:srgbClr val="2908EE"/>
                </a:solidFill>
              </a:rPr>
              <a:t>RFID_OK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06F8797A-0C20-FA09-10EF-76198CB68C8A}"/>
              </a:ext>
            </a:extLst>
          </p:cNvPr>
          <p:cNvSpPr txBox="1"/>
          <p:nvPr/>
        </p:nvSpPr>
        <p:spPr>
          <a:xfrm>
            <a:off x="8468758" y="3607084"/>
            <a:ext cx="7777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solidFill>
                  <a:srgbClr val="2908EE"/>
                </a:solidFill>
              </a:rPr>
              <a:t>RFID_OK</a:t>
            </a:r>
            <a:endParaRPr kumimoji="1" lang="ja-JP" altLang="en-US" sz="1050" b="1" dirty="0">
              <a:solidFill>
                <a:srgbClr val="2908E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95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</Words>
  <Application>Microsoft Office PowerPoint</Application>
  <PresentationFormat>ワイド画面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yasuo.miyazaki2026@outlook.jp</dc:creator>
  <cp:lastModifiedBy>yasuo.miyazaki2026@outlook.jp</cp:lastModifiedBy>
  <cp:revision>4</cp:revision>
  <dcterms:created xsi:type="dcterms:W3CDTF">2026-04-21T07:43:21Z</dcterms:created>
  <dcterms:modified xsi:type="dcterms:W3CDTF">2026-04-21T07:54:52Z</dcterms:modified>
</cp:coreProperties>
</file>